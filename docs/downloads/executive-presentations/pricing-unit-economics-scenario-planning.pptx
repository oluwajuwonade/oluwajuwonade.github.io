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12161B"/>
          </a:solidFill>
          <a:ln>
            <a:solidFill>
              <a:srgbClr val="121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75320" y="0"/>
            <a:ext cx="54864" cy="6858000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704088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950" b="1" i="0">
                <a:solidFill>
                  <a:srgbClr val="8FE3CF"/>
                </a:solidFill>
                <a:latin typeface="Aptos"/>
              </a:rPr>
              <a:t>EXECUTIVE COMMERCIAL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7223760" cy="17830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3200" b="1" i="0">
                <a:solidFill>
                  <a:srgbClr val="F2F5F7"/>
                </a:solidFill>
                <a:latin typeface="Aptos"/>
              </a:rPr>
              <a:t>Pricing, Unit Economics
&amp; Scenario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6720840" cy="67665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500" b="0" i="0">
                <a:solidFill>
                  <a:srgbClr val="A6B0B9"/>
                </a:solidFill>
                <a:latin typeface="Aptos"/>
              </a:rPr>
              <a:t>A quantified choice between growth, contribution, and profit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41648"/>
            <a:ext cx="1856231" cy="329184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4142232"/>
            <a:ext cx="1783080" cy="13716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ctr"/>
            <a:r>
              <a:rPr sz="700" b="1" i="0">
                <a:solidFill>
                  <a:srgbClr val="8FE3CF"/>
                </a:solidFill>
                <a:latin typeface="Aptos"/>
              </a:rPr>
              <a:t>BUSINESS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4041648"/>
            <a:ext cx="1856231" cy="329184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4142232"/>
            <a:ext cx="1783080" cy="13716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ctr"/>
            <a:r>
              <a:rPr sz="700" b="1" i="0">
                <a:solidFill>
                  <a:srgbClr val="8FE3CF"/>
                </a:solidFill>
                <a:latin typeface="Aptos"/>
              </a:rPr>
              <a:t>QUANTITATIVE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2584" y="4041648"/>
            <a:ext cx="1856231" cy="329184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142232"/>
            <a:ext cx="1783080" cy="13716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ctr"/>
            <a:r>
              <a:rPr sz="700" b="1" i="0">
                <a:solidFill>
                  <a:srgbClr val="8FE3CF"/>
                </a:solidFill>
                <a:latin typeface="Aptos"/>
              </a:rPr>
              <a:t>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5212080" cy="521207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150" b="0" i="0">
                <a:solidFill>
                  <a:srgbClr val="F2F5F7"/>
                </a:solidFill>
                <a:latin typeface="Aptos"/>
              </a:rPr>
              <a:t>Prepared by Oluwajuwon Adediji
Data &amp; Quantitative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97296"/>
            <a:ext cx="5303520" cy="1828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00" b="1" i="0">
                <a:solidFill>
                  <a:srgbClr val="EFB65A"/>
                </a:solidFill>
                <a:latin typeface="Aptos"/>
              </a:rPr>
              <a:t>PORTFOLIO SAMPLE · NOT CLIENT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685800"/>
            <a:ext cx="292608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PRICE-UP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097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00" b="0" i="0">
                <a:solidFill>
                  <a:srgbClr val="A6B0B9"/>
                </a:solidFill>
                <a:latin typeface="Aptos"/>
              </a:rPr>
              <a:t>Baseline operating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389888"/>
            <a:ext cx="2880360" cy="4114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400" b="1" i="0">
                <a:solidFill>
                  <a:srgbClr val="F2F5F7"/>
                </a:solidFill>
                <a:latin typeface="Aptos"/>
              </a:rPr>
              <a:t>$100k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920240"/>
            <a:ext cx="292608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41080" y="2240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00" b="0" i="0">
                <a:solidFill>
                  <a:srgbClr val="A6B0B9"/>
                </a:solidFill>
                <a:latin typeface="Aptos"/>
              </a:rPr>
              <a:t>Price-up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532888"/>
            <a:ext cx="2880360" cy="4114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400" b="1" i="0">
                <a:solidFill>
                  <a:srgbClr val="8FE3CF"/>
                </a:solidFill>
                <a:latin typeface="Aptos"/>
              </a:rPr>
              <a:t>$109k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246120"/>
            <a:ext cx="2788920" cy="9144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100" b="0" i="0">
                <a:solidFill>
                  <a:srgbClr val="F2F5F7"/>
                </a:solidFill>
                <a:latin typeface="Aptos"/>
              </a:rPr>
              <a:t>Assumed price +4%; unit volume -5%. Hypothetical inputs, not client results.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01 /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A price increase may improve profit despite lower revenue, but the demand response must be tested, not assumed.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RECOMMENDED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Run a controlled price test before a broad rollout. Success metric: incremental operating contribution, with volume and retention guardrails.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$494k in the price-up case, down 1.2% from baseline. Revenue alone is not the success measure.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OPERATING 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$109k in the price-up case, up 9.0% under the stated assumptions. Contribution per unit rises from $20 to $22.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INVALIDATION / 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Demand may be more price-sensitive; mix, returns or competitors may differ. Scale only if contribution improves and volume stays above break-even.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02 /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Baseline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Starting point for the scenario model. Replace every input with finance-approved actuals before operational use.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PRICE /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$50 assumed selling price. Units per period: 10,000.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VARIABLE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$30 per unit assumed variable cost. Fixed cost: $100,000 per period.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PROFIT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Revenue $500,000 − variable costs $300,000 = contribution $200,000 − fixed costs $100,000 = operating profit $100,000.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UNIT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$50 price − $30 variable cost = $20. Contribution margin = 40% of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03 / SCENARIO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Compare the commercial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The discount-led growth case adds revenue but erodes contribution; the price-up case lifts profit under the stated demand assumption.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3511296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4041648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3127248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BASE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3127248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Price $50 · 10,000 units · $500,000 revenue · $200,000 contribution · $100,000 operating profit.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20240"/>
            <a:ext cx="3511296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920240"/>
            <a:ext cx="41148" cy="4041648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093976"/>
            <a:ext cx="3127248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DISCOUNT +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96312"/>
            <a:ext cx="3127248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Price $48 · 11,000 units · $528,000 revenue · $198,000 contribution · $98,000 operating profit.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511296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41148" cy="4041648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93976"/>
            <a:ext cx="3127248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PRICE-UP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96312"/>
            <a:ext cx="3127248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Price $52 · 9,500 units · $494,000 revenue · $209,000 contribution · $109,000 operating profit.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04 / BREAK-EVEN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Break-even volume sets the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At $52 price and $30 variable cost, volume may decline about 9.1% and still preserve baseline operating profit.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PRICE-UP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$52 price − $30 variable cost = $22 contribution per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VOLUME TO PRESERVE $100K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($100k fixed costs + $100k target profit) / $22 = approximately 9,091 units.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BREAK-EVEN GUARDRAIL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About 90.9% of baseline volume is needed to preserve $100k operating profit under the assumptions.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ASSUMED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95% volume retention = 9,500 units and $109k operating profit. Headroom is around 4.1 percentage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05 /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Sensitivity: profit depends on retained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At $52 price and $30 variable cost, profit = $22 × units − $100,000.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85% VOLUME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8,500 units · $442k revenue · $87k operating profit.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90% VOLUME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9,000 units · $468k revenue · $98k operating profit.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90.9% BREAK-EVEN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9,091 units · $473k revenue · $100k operating profit.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95% TO 105%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$109k profit at 95%; $120k at 100%; $131k at 105%. Assumptions are not observed elasticities.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06 /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Pilot design: turn assumptions into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Use a controlled test or justified quasi-experiment. Track contribution and customer outcomes, not revenue alone.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01 ·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Choose comparable customer / product groups. Set treatment, control, duration, exclusions, and baselines.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02 ·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Track realized price, units, conversion, net revenue, contribution, returns, repeat purchase and complaints.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03 · GUARDRAIL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Set minimum contribution gain and maximum acceptable volume / retention decline; define stop rules.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04 ·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Estimate uplift with uncertainty; check segment effects, seasonality and operating costs before rollout.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DECISION MEMO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Test the price-up hypothesis.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Do not commit to a broad rollout yet. All dollar and demand-response assumptions are hypothetical.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4041648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WHAT THE MODEL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Price $50 → $52 (+4%). Assumed units 10,000 → 9,500 (-5%). Revenue $500k → $494k (-1.2%). Operating profit $100k → $109k (+9.0%).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4041648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WHAT MANAGEMENT MUST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Actual price and cost data; demand / conversion history by segment; returns, retention and competitor context; pilot owner, review date and stop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Pricing, Unit Economics &amp; Scenario Planning</dc:title>
  <dc:subject>Executive presentation portfolio sample</dc:subject>
  <dc:creator>Oluwajuwon Adediji</dc:creator>
  <cp:keywords>business analysis; quantitative research; decision support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